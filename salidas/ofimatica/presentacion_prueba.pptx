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Taller de Análisis de Datos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Rendimiento académico</a:t>
            </a:r>
            <a:br/>
            <a:r>
              <a:t>de la cohorte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5E7EB"/>
                </a:solidFill>
                <a:latin typeface="Calibri"/>
              </a:defRPr>
            </a:pPr>
            <a:r>
              <a:t>Resultados, metodología y acciones a partir de 1.240 estudiantes.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FDBFE"/>
                </a:solidFill>
                <a:latin typeface="Calibri"/>
              </a:defRPr>
            </a:pPr>
            <a:r>
              <a:t>Presentado por Nombre Apellido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7490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Objetivo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Meta: superar 80% de aprobación en el taller.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219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Medir aprobación, satisfacción y permanencia.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Ciclo cerrado en 12 semanas académicas.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Calibri"/>
              </a:defRPr>
            </a:pPr>
            <a:r>
              <a:t>Confidencial  ·  Tu Marca / Proyecto  ·  01/10/2026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Resultados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12898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64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E7490"/>
                </a:solidFill>
                <a:latin typeface="Calibri"/>
              </a:defRPr>
            </a:pPr>
            <a:r>
              <a:t>84,2%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06425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APROBACIÓN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1645920"/>
            <a:ext cx="2612898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8738" y="1828800"/>
            <a:ext cx="2064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E7490"/>
                </a:solidFill>
                <a:latin typeface="Calibri"/>
              </a:defRPr>
            </a:pPr>
            <a:r>
              <a:t>1.240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8738" y="2468880"/>
            <a:ext cx="206425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ESTUDIANTES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645920"/>
            <a:ext cx="2612898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1828800"/>
            <a:ext cx="2064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E7490"/>
                </a:solidFill>
                <a:latin typeface="Calibri"/>
              </a:defRPr>
            </a:pPr>
            <a:r>
              <a:t>3,8/5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468880"/>
            <a:ext cx="206425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SATISFACCIÓN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18854" y="1645920"/>
            <a:ext cx="2612898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3174" y="1828800"/>
            <a:ext cx="20642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E749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3174" y="2468880"/>
            <a:ext cx="206425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SEMANAS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Calibri"/>
              </a:defRPr>
            </a:pPr>
            <a:r>
              <a:t>Fuente: sistema interno  ·  Corte 01/10/2026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7490"/>
                </a:solidFill>
                <a:latin typeface="Calibri"/>
              </a:defRPr>
            </a:pPr>
            <a: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Metodología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Corte censal: toda la cohorte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219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Encuesta de satisfacción (n=980) y actas de notas.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Excluye retiros voluntarios del periodo.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Calibri"/>
              </a:defRPr>
            </a:pPr>
            <a:r>
              <a:t>Confidencial  ·  Tu Marca / Proyecto  ·  01/10/2026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7490"/>
                </a:solidFill>
                <a:latin typeface="Calibri"/>
              </a:defRPr>
            </a:pPr>
            <a: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La aprobación supera la meta (84,2% vs 80%).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219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Reforzar tutorías en las 3 asignaturas críticas.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09728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10459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  <a:latin typeface="Calibri"/>
              </a:defRPr>
            </a:pPr>
            <a:r>
              <a:t>Plan de acompañamiento con responsable y fecha.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Calibri"/>
              </a:defRPr>
            </a:pPr>
            <a:r>
              <a:t>Confidencial  ·  Tu Marca / Proyecto  ·  01/10/2026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